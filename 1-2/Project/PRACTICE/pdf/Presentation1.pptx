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5D510-37C4-EE8E-53FE-461956960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7BFB19-17E0-E667-775D-8A0321F1FF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7F9AC-B0EC-9BB2-E251-9277E8BC5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1AE9A4-40F7-0550-5C3A-97BB17F8D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2A91B-5505-DD1E-4A53-8CEB6C0B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1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CE2C0-06F1-5DD1-8069-0E707F5C4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10BCC-C7B7-E437-8D23-BC11EB8E7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5E0820-FB14-1DEB-EAC2-810CA86C8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6FD4F-B449-15D1-E0B0-0750B1D47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627E9-E428-8ADD-36AA-813CFFB7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66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3B70A-2195-4206-82D4-364ED44E1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BFCA3-82AF-E988-EAE9-4850FF117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C4704-C2E1-0510-964B-A7C854FA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2FB0C-CCCF-18DE-F0B2-54AE0D36F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03A1B-DBAA-087F-68E8-C6B365F95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583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D6AA5-F9C3-CB01-CB8A-E36ED938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45F806-DD27-EABE-457D-9A0197F3FF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0C5289-F903-578B-CE52-3E62DC9DE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0D7C04-37F4-E95D-B44F-F441A211B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2F3D9-DD81-DA43-AC73-846D9B17E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2C95F-60E2-C7CB-6822-3966168CB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298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AF1A3-E423-BF56-EC80-C4095133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A4FB4-A102-7D26-6933-AA4646128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B699B-DB57-846F-CD74-185B1C478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306BAB-4320-EB4F-54F7-55878A43E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93F5D3-5E1B-85A0-4015-4E6FF1676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63C9BD-C0F8-9F9D-F93A-B0875CA36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476CA7-4824-AA82-148F-4A23E8EE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26293F-0840-415A-1E45-6D7962A83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19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695F-C73C-0D25-AA67-224868D48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C447AD-7687-73E3-9E5C-FD3EAD76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44584-F14D-4965-BC8D-8BA3EFB8E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319E3-504C-357A-56D6-491DAFEAD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74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520FE7-F063-7BFE-CC17-2D42C336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7CC08F-B44C-0BBF-9373-892F4B1F8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9C8133-B51A-F1DF-559F-34A4BD2BC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8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6185A-75E0-4DD3-3F04-BFED8610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498E6-49D9-A034-0AFD-2882442E4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02744E-6C29-3321-888B-572554393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FF07C8-9FE7-D73F-61D6-35F4943F6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8C7B8F-FA7F-E8CE-1503-88A11F0C7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DEFD3-D7BF-46CF-A7AA-D83C6298C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30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EDA4-3FD4-D5FE-A1B9-05FD3AB07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7F5E0-1B91-5B64-202E-960ED5FCB2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4AA27-7E68-D2EE-D31F-C86F6AD51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5E321A-541C-0E33-5693-9B022CC64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BB6B3-C645-4967-7883-70CAED720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E07C4-7888-10A4-6598-7C1085563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962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1CB41-3F92-A370-1236-F6946DE36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CF3F2-F7AD-7580-B9D5-0C8B31776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ADAB86-1882-D43B-B87F-E4ADF2253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6E067-E1BD-0FB7-5B9F-B317AF099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AEB40-8010-2008-AE8F-EEF9D6E99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66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D9C476-EDEC-66E6-308C-08991A0F36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4EFA9D-D92B-7B73-4A07-90A13BE244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25A90C-781A-C88D-A78E-9DD134F7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BEFC91-4F3C-19B6-B7F6-224B63B76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A3776-BADD-BF70-86A1-5033D30AA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150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6DBD6-0450-370B-C37E-49924014E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B8438-AC30-6086-87BA-B1435367C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DCBD14-C76E-B967-88BB-CFCDA7670B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22F52-5DEF-4580-A61F-382132518183}" type="datetimeFigureOut">
              <a:rPr lang="en-US" smtClean="0"/>
              <a:t>4/26/2024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3A975-9AE4-FE8B-979B-2F5F7C39C7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F365D-3781-6D8E-DEB3-CF9A63C72A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F7A97-20F6-447A-A65C-AD6040C667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02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02DF3-2820-2806-6D92-54D4D3E22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45715" cy="6317029"/>
          </a:xfrm>
        </p:spPr>
        <p:txBody>
          <a:bodyPr/>
          <a:lstStyle/>
          <a:p>
            <a:r>
              <a:rPr lang="en-US"/>
              <a:t>Hello world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64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Hello world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Md An Nahian Prince</dc:creator>
  <cp:lastModifiedBy>Md An Nahian Prince</cp:lastModifiedBy>
  <cp:revision>2</cp:revision>
  <dcterms:created xsi:type="dcterms:W3CDTF">2024-04-26T14:05:54Z</dcterms:created>
  <dcterms:modified xsi:type="dcterms:W3CDTF">2024-04-26T14:12:17Z</dcterms:modified>
</cp:coreProperties>
</file>